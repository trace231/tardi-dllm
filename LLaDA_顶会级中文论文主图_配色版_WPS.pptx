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f262ef4b2e47b1" /><Relationship Type="http://schemas.openxmlformats.org/officeDocument/2006/relationships/extended-properties" Target="/docProps/app.xml" Id="R545c872055a647e8" /><Relationship Type="http://schemas.openxmlformats.org/officeDocument/2006/relationships/officeDocument" Target="/ppt/presentation.xml" Id="R1a3097c5f29949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f475d805524cec"/>
  </p:sldMasterIdLst>
  <p:notesMasterIdLst>
    <p:notesMasterId xmlns:r="http://schemas.openxmlformats.org/officeDocument/2006/relationships" r:id="R249c207c59e64604"/>
  </p:notesMasterIdLst>
  <p:sldIdLst>
    <p:sldId xmlns:r="http://schemas.openxmlformats.org/officeDocument/2006/relationships" id="256" r:id="R3e963a3e1d3b43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475d805524cec" /><Relationship Type="http://schemas.openxmlformats.org/officeDocument/2006/relationships/theme" Target="/ppt/theme/theme1.xml" Id="Rcc56f765fc76446a" /><Relationship Type="http://schemas.openxmlformats.org/officeDocument/2006/relationships/notesMaster" Target="/ppt/notesMasters/notesMaster1.xml" Id="R249c207c59e64604" /><Relationship Type="http://schemas.openxmlformats.org/officeDocument/2006/relationships/presProps" Target="/ppt/presProps.xml" Id="Re7b26c0128854f20" /><Relationship Type="http://schemas.openxmlformats.org/officeDocument/2006/relationships/viewProps" Target="/ppt/viewProps.xml" Id="Rb01548da6dd84bdb" /><Relationship Type="http://schemas.openxmlformats.org/officeDocument/2006/relationships/tableStyles" Target="/ppt/tableStyles.xml" Id="R4c1e75fcb2eb472d" /><Relationship Type="http://schemas.openxmlformats.org/officeDocument/2006/relationships/slide" Target="/ppt/slides/slide1.xml" Id="R3e963a3e1d3b43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7d0807e6e0f44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12ffd922e044d7" /><Relationship Type="http://schemas.openxmlformats.org/officeDocument/2006/relationships/notesMaster" Target="/ppt/notesMasters/notesMaster1.xml" Id="R78908821c67d49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0ff9e88634b6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c48f5ba4ffc4a6e" /><Relationship Type="http://schemas.openxmlformats.org/officeDocument/2006/relationships/slideLayout" Target="/ppt/slideLayouts/slideLayout2.xml" Id="Rde924e35723943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924e35723943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20e048c9f049ff" /><Relationship Type="http://schemas.openxmlformats.org/officeDocument/2006/relationships/notesSlide" Target="/ppt/notesSlides/notesSlide1.xml" Id="R2056018a631a49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1ECF88-5B1D-479B-8D03-2B8A4BB1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99E5B-9E18-4295-ADDD-3A969A63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A4512-24B3-4F3A-8156-4BFFDA70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LLaDA 反向轨迹 → 校准风险控制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B83A9-BCB2-4362-B5C2-1B433901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2865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 8-step probe 读取 masked diffusion 的早期 posterior 与分歧信号，再按样本风险分配 cheap / fallback / full 预算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A26F8-14CD-4C46-9BFC-0E80F24F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"/>
            <a:ext cx="10668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F0FA"/>
          </a:solidFill>
          <a:ln xmlns:a="http://schemas.openxmlformats.org/drawingml/2006/main" w="10478">
            <a:solidFill>
              <a:srgbClr val="6750A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AC63B-BB9D-4705-8ED9-952F7F16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750A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750A4"/>
                </a:solidFill>
                <a:latin typeface="PingFang SC"/>
                <a:ea typeface="PingFang SC"/>
                <a:cs typeface="PingFang SC"/>
              </a:rPr>
              <a:t>模型架构不变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12DE5-9201-4352-81C8-8733A9FD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2425"/>
            <a:ext cx="1143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7F6"/>
          </a:solidFill>
          <a:ln xmlns:a="http://schemas.openxmlformats.org/drawingml/2006/main" w="10478">
            <a:solidFill>
              <a:srgbClr val="2D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D101E-7CAF-4C4B-9E9D-E24499F5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24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D6F73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2D6F73"/>
                </a:solidFill>
                <a:latin typeface="PingFang SC"/>
                <a:ea typeface="PingFang SC"/>
                <a:cs typeface="PingFang SC"/>
              </a:rPr>
              <a:t>推理环路可控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F769E-A2A0-4290-B67C-964B3C9A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04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A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2D51F-8F94-4A7E-8A45-489F6AF3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B8A40-0BAD-4589-819A-2A1D435B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Fig. 1  Calibrated Forward-aware Risk 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AC309-FC6D-4F0B-98E9-6B3FE341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5D8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5D8C"/>
                </a:solidFill>
                <a:latin typeface="PingFang SC"/>
                <a:ea typeface="PingFang SC"/>
                <a:cs typeface="PingFang SC"/>
              </a:rPr>
              <a:t>1  轨迹可观测</a:t>
            </a:r>
          </a:p>
        </p:txBody>
      </p:sp>
      <p:sp>
        <p:nvSpPr>
          <p:cNvPr id="13" name="input">
            <a:extLst xmlns:a="http://schemas.openxmlformats.org/drawingml/2006/main">
              <a:ext uri="{FF2B5EF4-FFF2-40B4-BE49-F238E27FC236}">
                <a16:creationId xmlns:a16="http://schemas.microsoft.com/office/drawing/2014/main" id="{73D1513A-C28A-41E4-BB6F-9893AAE8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1104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D0D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FEE90-F82C-4985-AAAF-C645CDE6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样本 x</a:t>
            </a:r>
          </a:p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候选标签</a:t>
            </a:r>
          </a:p>
        </p:txBody>
      </p:sp>
      <p:sp>
        <p:nvSpPr>
          <p:cNvPr id="15" name="probe">
            <a:extLst xmlns:a="http://schemas.openxmlformats.org/drawingml/2006/main">
              <a:ext uri="{FF2B5EF4-FFF2-40B4-BE49-F238E27FC236}">
                <a16:creationId xmlns:a16="http://schemas.microsoft.com/office/drawing/2014/main" id="{934F4E80-3C47-4B10-A0D8-9E78A549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57400"/>
            <a:ext cx="133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14288">
            <a:solidFill>
              <a:srgbClr val="2F5D8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69394-39D4-4C2D-AB54-35485E52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14550"/>
            <a:ext cx="1143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D8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5D8C"/>
                </a:solidFill>
                <a:latin typeface="PingFang SC"/>
                <a:ea typeface="PingFang SC"/>
                <a:cs typeface="PingFang SC"/>
              </a:rPr>
              <a:t>8-step probe</a:t>
            </a:r>
          </a:p>
          <a:p xmlns:a="http://schemas.openxmlformats.org/drawingml/2006/main">
            <a:pPr algn="ctr">
              <a:defRPr sz="975" b="1">
                <a:solidFill>
                  <a:srgbClr val="2F5D8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5D8C"/>
                </a:solidFill>
                <a:latin typeface="PingFang SC"/>
                <a:ea typeface="PingFang SC"/>
                <a:cs typeface="PingFang SC"/>
              </a:rPr>
              <a:t>廉价反向轨迹</a:t>
            </a:r>
          </a:p>
        </p:txBody>
      </p:sp>
      <p:cxnSp>
        <p:nvCxnSpPr>
          <p:cNvPr id="17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733550" y="2305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5D8C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5A15E-7762-41FE-81F7-2A800EDA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F"/>
          </a:solidFill>
          <a:ln xmlns:a="http://schemas.openxmlformats.org/drawingml/2006/main" w="11430">
            <a:solidFill>
              <a:srgbClr val="AAB5C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F67F5-49CF-40DA-AEE9-A2DFA5D8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4D6D3-C20D-44ED-BA56-3A59E85E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F"/>
          </a:solidFill>
          <a:ln xmlns:a="http://schemas.openxmlformats.org/drawingml/2006/main" w="11430">
            <a:solidFill>
              <a:srgbClr val="AAB5C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A4F7C-C8E9-4424-B15B-20382079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9BA28B-C248-4725-9C65-18E4508D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4F2"/>
          </a:solidFill>
          <a:ln xmlns:a="http://schemas.openxmlformats.org/drawingml/2006/main" w="11430">
            <a:solidFill>
              <a:srgbClr val="AAB5C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70D98-E98D-4E94-821C-639B96A9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EB7F4-109A-4D60-A75A-F78A3181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4F2"/>
          </a:solidFill>
          <a:ln xmlns:a="http://schemas.openxmlformats.org/drawingml/2006/main" w="11430">
            <a:solidFill>
              <a:srgbClr val="AAB5C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5C8959-061C-4933-9FAF-D7D4601E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4EDE5-2396-4AD7-AD64-08E1ED1C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4F2"/>
          </a:solidFill>
          <a:ln xmlns:a="http://schemas.openxmlformats.org/drawingml/2006/main" w="11430">
            <a:solidFill>
              <a:srgbClr val="AAB5C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0A0AA9-0AAB-4FCF-8EE5-DE2C7ABF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EE1B1F-F45D-4A37-913E-E9032214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8A6"/>
          </a:solidFill>
          <a:ln xmlns:a="http://schemas.openxmlformats.org/drawingml/2006/main" w="11430">
            <a:solidFill>
              <a:srgbClr val="2F5D8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E50C7-71CD-43AF-94F0-2CBDB800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7B4328-36C5-45EE-8759-45026AF2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8A6"/>
          </a:solidFill>
          <a:ln xmlns:a="http://schemas.openxmlformats.org/drawingml/2006/main" w="11430">
            <a:solidFill>
              <a:srgbClr val="2F5D8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AF16B0-FDE9-4462-89A5-64B864A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5A0233-C912-4663-9CA8-2F590DA0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8A6"/>
          </a:solidFill>
          <a:ln xmlns:a="http://schemas.openxmlformats.org/drawingml/2006/main" w="11430">
            <a:solidFill>
              <a:srgbClr val="2F5D8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9A070E-5456-4DC4-867C-D4D74B73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</a:t>
            </a:r>
          </a:p>
        </p:txBody>
      </p:sp>
      <p:cxnSp>
        <p:nvCxnSpPr>
          <p:cNvPr id="34" name=""/>
          <p:cNvCxnSpPr>
            <a:stCxn xmlns:a="http://schemas.openxmlformats.org/drawingml/2006/main" id="18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>
            <a:off x="933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20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1314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22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1695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24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2076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26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>
            <a:off x="2457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5D8C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28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2838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5D8C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30" idx="6"/>
            <a:endCxn xmlns:a="http://schemas.openxmlformats.org/drawingml/2006/main" id="32" idx="2"/>
          </p:cNvCxnSpPr>
          <p:nvPr/>
        </p:nvCxnSpPr>
        <p:spPr>
          <a:xfrm xmlns:a="http://schemas.openxmlformats.org/drawingml/2006/main">
            <a:off x="3219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5D8C"/>
            </a:solidFill>
            <a:prstDash val="soli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ED9EA3-D9EF-44A9-AFA2-275599D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关键量不是局部 token confidence，而是最终标签的 hitting time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C0DCF9-05F6-4CFE-92E4-1EE9C945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2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7662B"/>
                </a:solidFill>
                <a:latin typeface="PingFang SC"/>
                <a:ea typeface="PingFang SC"/>
                <a:cs typeface="PingFang SC"/>
              </a:rPr>
              <a:t>2  风险面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8E63A8-845E-41D1-BB71-A055C129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1981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10478">
            <a:solidFill>
              <a:srgbClr val="E4C8A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2CCA05-F8FD-4478-AA2C-9E8F88DE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A42"/>
          </a:solidFill>
          <a:ln xmlns:a="http://schemas.openxmlformats.org/drawingml/2006/main" w="0">
            <a:solidFill>
              <a:srgbClr val="8C6A42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38EB0B-2D4B-4210-8F53-79891050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19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A42"/>
          </a:solidFill>
          <a:ln xmlns:a="http://schemas.openxmlformats.org/drawingml/2006/main" w="0">
            <a:solidFill>
              <a:srgbClr val="8C6A42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EC5951-696E-4291-9C98-83EB2830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81350"/>
            <a:ext cx="1257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A7662B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A7662B"/>
                </a:solidFill>
                <a:latin typeface="PingFang SC"/>
                <a:ea typeface="PingFang SC"/>
                <a:cs typeface="PingFang SC"/>
              </a:rPr>
              <a:t>posterior confidence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DEA7D1-26AC-4A01-A40F-9574598A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A7662B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A7662B"/>
                </a:solidFill>
                <a:latin typeface="PingFang SC"/>
                <a:ea typeface="PingFang SC"/>
                <a:cs typeface="PingFang SC"/>
              </a:rPr>
              <a:t>label</a:t>
            </a:r>
          </a:p>
          <a:p xmlns:a="http://schemas.openxmlformats.org/drawingml/2006/main">
            <a:pPr algn="ctr">
              <a:defRPr sz="690" b="0">
                <a:solidFill>
                  <a:srgbClr val="A7662B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A7662B"/>
                </a:solidFill>
                <a:latin typeface="PingFang SC"/>
                <a:ea typeface="PingFang SC"/>
                <a:cs typeface="PingFang SC"/>
              </a:rPr>
              <a:t>分歧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B8B6B6-A9C2-446B-9227-E17EA2E2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1271D6-EEA5-480C-B1A8-D2931265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662B"/>
          </a:solidFill>
          <a:ln xmlns:a="http://schemas.openxmlformats.org/drawingml/2006/main" w="0">
            <a:solidFill>
              <a:srgbClr val="A7662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298A31-964B-4003-8B57-CB6FF730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0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A4A"/>
          </a:solidFill>
          <a:ln xmlns:a="http://schemas.openxmlformats.org/drawingml/2006/main" w="0">
            <a:solidFill>
              <a:srgbClr val="9A3A4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67908D-C9FA-4785-9AAA-F8A38039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7655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F6B4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2F6B4F"/>
                </a:solidFill>
                <a:latin typeface="PingFang SC"/>
                <a:ea typeface="PingFang SC"/>
                <a:cs typeface="PingFang SC"/>
              </a:rPr>
              <a:t>低风险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D10AE1-C93F-4D19-8AA7-C99E9EA1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670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662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7662B"/>
                </a:solidFill>
                <a:latin typeface="PingFang SC"/>
                <a:ea typeface="PingFang SC"/>
                <a:cs typeface="PingFang SC"/>
              </a:rPr>
              <a:t>升级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C82B7F-4DB9-4EBD-9EC6-7B358547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622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A3A4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A3A4A"/>
                </a:solidFill>
                <a:latin typeface="PingFang SC"/>
                <a:ea typeface="PingFang SC"/>
                <a:cs typeface="PingFang SC"/>
              </a:rPr>
              <a:t>full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938712-41A8-4F29-B60E-7E6F19FC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62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6F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D6F73"/>
                </a:solidFill>
                <a:latin typeface="PingFang SC"/>
                <a:ea typeface="PingFang SC"/>
                <a:cs typeface="PingFang SC"/>
              </a:rPr>
              <a:t>3  校准控制器</a:t>
            </a:r>
          </a:p>
        </p:txBody>
      </p:sp>
      <p:sp>
        <p:nvSpPr>
          <p:cNvPr id="55" name="controller">
            <a:extLst xmlns:a="http://schemas.openxmlformats.org/drawingml/2006/main">
              <a:ext uri="{FF2B5EF4-FFF2-40B4-BE49-F238E27FC236}">
                <a16:creationId xmlns:a16="http://schemas.microsoft.com/office/drawing/2014/main" id="{C1DE7EFF-E8DF-47B3-BD11-7017E5D1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19621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3F2"/>
          </a:solidFill>
          <a:ln xmlns:a="http://schemas.openxmlformats.org/drawingml/2006/main" w="17145">
            <a:solidFill>
              <a:srgbClr val="2D6F7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998404-A814-4964-B0D1-A4F6CC31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193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6F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D6F73"/>
                </a:solidFill>
                <a:latin typeface="PingFang SC"/>
                <a:ea typeface="PingFang SC"/>
                <a:cs typeface="PingFang SC"/>
              </a:rPr>
              <a:t>π(probe) → budget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793F95-66AA-497A-9FEF-CE7F2832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5075"/>
            <a:ext cx="1600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min  E[错误] + λ C</a:t>
            </a:r>
          </a:p>
          <a:p xmlns:a="http://schemas.openxmlformats.org/drawingml/2006/main">
            <a:pPr algn="ctr">
              <a:defRPr sz="88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threshold + disagreement policy</a:t>
            </a:r>
          </a:p>
        </p:txBody>
      </p:sp>
      <p:cxnSp>
        <p:nvCxnSpPr>
          <p:cNvPr id="58" name=""/>
          <p:cNvCxnSpPr>
            <a:stCxn xmlns:a="http://schemas.openxmlformats.org/drawingml/2006/main" id="15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638550" y="2305050"/>
            <a:ext cx="723900" cy="457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7662B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43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 flipV="1">
            <a:off x="6343650" y="2552700"/>
            <a:ext cx="419100" cy="209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D6F73"/>
            </a:solidFill>
            <a:prstDash val="solid"/>
            <a:tailEnd type="arrow" w="med" len="me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A4CDD9-3C8A-4028-907F-290B1727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750A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750A4"/>
                </a:solidFill>
                <a:latin typeface="PingFang SC"/>
                <a:ea typeface="PingFang SC"/>
                <a:cs typeface="PingFang SC"/>
              </a:rPr>
              <a:t>4  预算路由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F7CB6D-02E6-4190-97BC-4FEDB175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954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14288">
            <a:solidFill>
              <a:srgbClr val="2F6B4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A19241-0768-45AB-9AAF-B300D888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621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4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6B4F"/>
                </a:solidFill>
                <a:latin typeface="PingFang SC"/>
                <a:ea typeface="PingFang SC"/>
                <a:cs typeface="PingFang SC"/>
              </a:rPr>
              <a:t>cheap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17D42D-9325-421A-AD0F-CA1715F2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62150"/>
            <a:ext cx="1276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8-step accepted</a:t>
            </a:r>
          </a:p>
          <a:p xmlns:a="http://schemas.openxmlformats.org/drawingml/2006/main">
            <a:pPr algn="ctr">
              <a:defRPr sz="78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低风险直接返回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0AF8C0E-19DE-493F-8336-1FDB318E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BDD"/>
          </a:solidFill>
          <a:ln xmlns:a="http://schemas.openxmlformats.org/drawingml/2006/main" w="14288">
            <a:solidFill>
              <a:srgbClr val="A7662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3AE8E3-88C0-4D10-B9F9-A22BE091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5812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766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7662B"/>
                </a:solidFill>
                <a:latin typeface="PingFang SC"/>
                <a:ea typeface="PingFang SC"/>
                <a:cs typeface="PingFang SC"/>
              </a:rPr>
              <a:t>fallback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A526AA-3A22-4B30-A442-9DEE8E85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276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8 → 32</a:t>
            </a:r>
          </a:p>
          <a:p xmlns:a="http://schemas.openxmlformats.org/drawingml/2006/main">
            <a:pPr algn="ctr">
              <a:defRPr sz="78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不确定样本升级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C12770-4404-47E9-BE3A-9A263121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6EA"/>
          </a:solidFill>
          <a:ln xmlns:a="http://schemas.openxmlformats.org/drawingml/2006/main" w="14288">
            <a:solidFill>
              <a:srgbClr val="9A3A4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7E04BE6-2767-4C88-80BC-3B1A0236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004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3A4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A3A4A"/>
                </a:solidFill>
                <a:latin typeface="PingFang SC"/>
                <a:ea typeface="PingFang SC"/>
                <a:cs typeface="PingFang SC"/>
              </a:rPr>
              <a:t>full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737263-238F-41EC-A38F-7DE2B18D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276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32-step</a:t>
            </a:r>
          </a:p>
          <a:p xmlns:a="http://schemas.openxmlformats.org/drawingml/2006/main">
            <a:pPr algn="ctr">
              <a:defRPr sz="78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高风险保守路径</a:t>
            </a:r>
          </a:p>
        </p:txBody>
      </p:sp>
      <p:cxnSp>
        <p:nvCxnSpPr>
          <p:cNvPr id="70" name=""/>
          <p:cNvCxnSpPr>
            <a:stCxn xmlns:a="http://schemas.openxmlformats.org/drawingml/2006/main" id="55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V="1">
            <a:off x="8724900" y="1971675"/>
            <a:ext cx="80010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6B4F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55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8724900" y="2552700"/>
            <a:ext cx="80010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7662B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55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8724900" y="2552700"/>
            <a:ext cx="800100" cy="1057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3A4A"/>
            </a:solidFill>
            <a:prstDash val="solid"/>
            <a:tailEnd type="arrow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A4AE9B-6815-4518-8E47-9D2AE61B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目标：守住 full-budget 边界，同时降低平均调用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1280AF-0098-453A-A57F-A9ABA0C7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291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实验证据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B854D14-9B9A-423B-AEE2-08464C29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控制器省算力，但只在 reverse budget 能改变决策边界的区域有效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3C7B5C-27F4-4C19-8A05-4BED155F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00650"/>
            <a:ext cx="253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2F5D8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18B06A2-40F5-4903-A19C-A61B9928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5D8C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2F5D8C"/>
                </a:solidFill>
                <a:latin typeface="PingFang SC"/>
                <a:ea typeface="PingFang SC"/>
                <a:cs typeface="PingFang SC"/>
              </a:rPr>
              <a:t>WinoGrande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C091F57-5342-4622-ADC6-41735736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0.756 = full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158CE2C-E164-4AE9-8D43-4344CF1C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24525"/>
            <a:ext cx="2209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calls 32 → 17.56；33.8% 走 full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488AB91-7997-4AC5-9F97-CB4B65EA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00650"/>
            <a:ext cx="253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7F6"/>
          </a:solidFill>
          <a:ln xmlns:a="http://schemas.openxmlformats.org/drawingml/2006/main" w="11430">
            <a:solidFill>
              <a:srgbClr val="2D6F7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DE1606-A125-40B3-B318-02C734AC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7685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D6F73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2D6F73"/>
                </a:solidFill>
                <a:latin typeface="PingFang SC"/>
                <a:ea typeface="PingFang SC"/>
                <a:cs typeface="PingFang SC"/>
              </a:rPr>
              <a:t>CommonsenseQA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7A30C4F-6413-41DB-AAF0-4F3C4FE2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673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9.06 calls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9CDF0F5-873C-4DAE-802E-A68C473F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724525"/>
            <a:ext cx="2209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0.817 acc，接近 full 0.819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9FC121D-68E1-447A-94C5-89458134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00650"/>
            <a:ext cx="253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1E9"/>
          </a:solidFill>
          <a:ln xmlns:a="http://schemas.openxmlformats.org/drawingml/2006/main" w="11430">
            <a:solidFill>
              <a:srgbClr val="A7662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66C318-13E0-4F39-9E0E-3697DFD2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7685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A7662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A7662B"/>
                </a:solidFill>
                <a:latin typeface="PingFang SC"/>
                <a:ea typeface="PingFang SC"/>
                <a:cs typeface="PingFang SC"/>
              </a:rPr>
              <a:t>边界负例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24076AF-D1ED-4C7E-ADE8-B20E359B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673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PubMedQA / C-Eval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617322C-C717-4CE7-9EE4-AB2086DA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24525"/>
            <a:ext cx="2209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知识缺口 / label prior 无法靠预算完全修复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E70177B-739B-4A2A-887E-3CE3F2BE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00650"/>
            <a:ext cx="253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1FA"/>
          </a:solidFill>
          <a:ln xmlns:a="http://schemas.openxmlformats.org/drawingml/2006/main" w="11430">
            <a:solidFill>
              <a:srgbClr val="6750A4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53C157F-3DDC-45F3-BDBF-530C540B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7685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750A4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750A4"/>
                </a:solidFill>
                <a:latin typeface="PingFang SC"/>
                <a:ea typeface="PingFang SC"/>
                <a:cs typeface="PingFang SC"/>
              </a:rPr>
              <a:t>LoRA 审计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DB73406-FA0E-47A5-BD42-615D29D6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673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AR gain &gt; DDM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B26CDA6-367F-4028-A361-3EA97DA6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24525"/>
            <a:ext cx="2209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普通 PEFT 不能替代轨迹感知控制器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6604A8F-FFBD-43C0-9904-2690F2CB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1061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171450" tIns="76200" rIns="171450" bIns="762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Takeaway：不是把 LLaDA 改成另一个模型，而是把 masked diffusion 反向轨迹变成可观测、可校准、可控成本的决策过程。</a:t>
            </a:r>
          </a:p>
        </p:txBody>
      </p:sp>
    </p:spTree>
    <p:extLst>
      <p:ext uri="{BB962C8B-B14F-4D97-AF65-F5344CB8AC3E}">
        <p14:creationId xmlns:p14="http://schemas.microsoft.com/office/powerpoint/2010/main" val="1780469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2026-05-28T19:16:38.8160000Z</dcterms:created>
  <dcterms:modified xsi:type="dcterms:W3CDTF">2026-05-28T19:16:38.8160000Z</dcterms:modified>
</coreProperties>
</file>